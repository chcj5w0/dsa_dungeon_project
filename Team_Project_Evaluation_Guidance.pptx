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68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DS&amp;A TEAM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final project will be graded — what to submit, what to demo, what to be ready to answer.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78240" y="5120640"/>
            <a:ext cx="2743200" cy="1188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8778240" y="5074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3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77824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13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AI2000 · Data Structures and Algorithms   |   2-week notice before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evaluating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whether the game runs — whether your data structures and algorithms are used for the right reasons.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0"/>
          </a:xfrm>
          <a:prstGeom prst="line">
            <a:avLst/>
          </a:prstGeom>
          <a:noFill/>
          <a:ln w="9525">
            <a:solidFill>
              <a:srgbClr val="C7CDD9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game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start to end, on the AI+X Studio computer, without complex setup.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70832" y="246888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2" name="Shape 10"/>
          <p:cNvSpPr/>
          <p:nvPr/>
        </p:nvSpPr>
        <p:spPr>
          <a:xfrm>
            <a:off x="4690872" y="2697480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4690872" y="2697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90872" y="37033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DS / algorithms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0872" y="45262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6 core features must use a DS/algorithm — and you must defend the choice.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93024" y="246888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7" name="Shape 15"/>
          <p:cNvSpPr/>
          <p:nvPr/>
        </p:nvSpPr>
        <p:spPr>
          <a:xfrm>
            <a:off x="8513064" y="2697480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8" name="Text 16"/>
          <p:cNvSpPr/>
          <p:nvPr/>
        </p:nvSpPr>
        <p:spPr>
          <a:xfrm>
            <a:off x="8513064" y="2697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13064" y="37033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explanation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13064" y="45262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compare alternatives, discuss complexity, and point to the exact lines of code.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SUBMISSION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submit by Friday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deliverables — both must be ready before the demo 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64592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PPT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include: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game structure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6 core features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or algorithm used for each feature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algorithm was chosen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alternative algorithms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 location where it is used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28523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1" name="Shape 9"/>
          <p:cNvSpPr/>
          <p:nvPr/>
        </p:nvSpPr>
        <p:spPr>
          <a:xfrm>
            <a:off x="6355080" y="2194560"/>
            <a:ext cx="164592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explanation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32461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 separate document or inline comments in the code.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core feature, the writeup or the comments should answer: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DS/algorithm is used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this feature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vs. alternatives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space complexity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 the codebase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you must implement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carries 15 points — "it works" alone is not enough. You must defend the DS/algorithm choice.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Map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grid · adjacency · graph rep.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0832" y="23317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3" name="Shape 11"/>
          <p:cNvSpPr/>
          <p:nvPr/>
        </p:nvSpPr>
        <p:spPr>
          <a:xfrm>
            <a:off x="4599432" y="256032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4599432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9432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9432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LIFO history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3024" y="23317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0" name="Shape 18"/>
          <p:cNvSpPr/>
          <p:nvPr/>
        </p:nvSpPr>
        <p:spPr>
          <a:xfrm>
            <a:off x="8421624" y="256032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1" name="Text 19"/>
          <p:cNvSpPr/>
          <p:nvPr/>
        </p:nvSpPr>
        <p:spPr>
          <a:xfrm>
            <a:off x="8421624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21624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Management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21624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· or Priority Queue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7" name="Shape 25"/>
          <p:cNvSpPr/>
          <p:nvPr/>
        </p:nvSpPr>
        <p:spPr>
          <a:xfrm>
            <a:off x="777240" y="461772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8" name="Text 26"/>
          <p:cNvSpPr/>
          <p:nvPr/>
        </p:nvSpPr>
        <p:spPr>
          <a:xfrm>
            <a:off x="777240" y="4617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Inventory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Dict · Tree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70832" y="43891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4" name="Shape 32"/>
          <p:cNvSpPr/>
          <p:nvPr/>
        </p:nvSpPr>
        <p:spPr>
          <a:xfrm>
            <a:off x="4599432" y="461772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5" name="Text 33"/>
          <p:cNvSpPr/>
          <p:nvPr/>
        </p:nvSpPr>
        <p:spPr>
          <a:xfrm>
            <a:off x="4599432" y="4617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99432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AI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99432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A* pathfinding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93024" y="438912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1" name="Shape 39"/>
          <p:cNvSpPr/>
          <p:nvPr/>
        </p:nvSpPr>
        <p:spPr>
          <a:xfrm>
            <a:off x="8421624" y="461772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2" name="Text 40"/>
          <p:cNvSpPr/>
          <p:nvPr/>
        </p:nvSpPr>
        <p:spPr>
          <a:xfrm>
            <a:off x="8421624" y="4617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21624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421624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· Heap (top-k)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200 points are distributed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— implementation and explanation are weighted roughly equally.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943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2240280"/>
            <a:ext cx="1645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224028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813816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247120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&amp; algorithm submission</a:t>
            </a:r>
            <a:endParaRPr lang="en-US" sz="1350" b="1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1247120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AI+X Studio computer compatibility</a:t>
            </a:r>
            <a:endParaRPr lang="en-US" sz="1350" b="1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6 core features (15 pts × 6)</a:t>
            </a:r>
            <a:endParaRPr lang="en-US" sz="1350" dirty="0">
              <a:highlight>
                <a:srgbClr val="FFFF00"/>
              </a:highlight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4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1124712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Text 28"/>
          <p:cNvSpPr/>
          <p:nvPr/>
        </p:nvSpPr>
        <p:spPr>
          <a:xfrm>
            <a:off x="731520" y="42519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explanation</a:t>
            </a:r>
            <a:endParaRPr lang="en-US" sz="1350" dirty="0">
              <a:highlight>
                <a:srgbClr val="FFFF00"/>
              </a:highlight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92240" y="4251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7548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Text 34"/>
          <p:cNvSpPr/>
          <p:nvPr/>
        </p:nvSpPr>
        <p:spPr>
          <a:xfrm>
            <a:off x="731520" y="47548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350" b="1" dirty="0">
              <a:solidFill>
                <a:srgbClr val="FF000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92240" y="4754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257800"/>
            <a:ext cx="1124712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Text 40"/>
          <p:cNvSpPr/>
          <p:nvPr/>
        </p:nvSpPr>
        <p:spPr>
          <a:xfrm>
            <a:off x="731520" y="52578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demo</a:t>
            </a:r>
            <a:endParaRPr lang="en-US" sz="1350" b="1" dirty="0"/>
          </a:p>
        </p:txBody>
      </p:sp>
      <p:sp>
        <p:nvSpPr>
          <p:cNvPr id="43" name="Text 41"/>
          <p:cNvSpPr/>
          <p:nvPr/>
        </p:nvSpPr>
        <p:spPr>
          <a:xfrm>
            <a:off x="6492240" y="5257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5897880"/>
            <a:ext cx="11247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8" name="Text 46"/>
          <p:cNvSpPr/>
          <p:nvPr/>
        </p:nvSpPr>
        <p:spPr>
          <a:xfrm>
            <a:off x="731520" y="5897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92240" y="5897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pts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138160" y="5897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52" name="Text 35">
            <a:extLst>
              <a:ext uri="{FF2B5EF4-FFF2-40B4-BE49-F238E27FC236}">
                <a16:creationId xmlns:a16="http://schemas.microsoft.com/office/drawing/2014/main" id="{30E16FDC-B0DA-4693-BBEA-CDEE6246808A}"/>
              </a:ext>
            </a:extLst>
          </p:cNvPr>
          <p:cNvSpPr/>
          <p:nvPr/>
        </p:nvSpPr>
        <p:spPr>
          <a:xfrm>
            <a:off x="6492240" y="4255467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0BC2BE38-8DD2-464D-8F52-47D2A2E46732}"/>
              </a:ext>
            </a:extLst>
          </p:cNvPr>
          <p:cNvSpPr/>
          <p:nvPr/>
        </p:nvSpPr>
        <p:spPr>
          <a:xfrm>
            <a:off x="6537960" y="2758576"/>
            <a:ext cx="1645920" cy="993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9A993A18-0389-4AB1-897F-56D7DF7AF6BE}"/>
              </a:ext>
            </a:extLst>
          </p:cNvPr>
          <p:cNvSpPr/>
          <p:nvPr/>
        </p:nvSpPr>
        <p:spPr>
          <a:xfrm>
            <a:off x="6516014" y="3752547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RUBRIC DETAIL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two biggest categories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502920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is actually implemented in the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/ algorithm choice is justified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alternative algorithms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interview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48463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3" name="Text 21"/>
          <p:cNvSpPr/>
          <p:nvPr/>
        </p:nvSpPr>
        <p:spPr>
          <a:xfrm>
            <a:off x="658368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function / class / file structure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447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variable &amp; function names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38313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duplication, maintainable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4215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exceptions properly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4599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/ docs where useful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4983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&amp; answers questions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0" y="5367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code with algorithm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83680" y="57515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Re-asks unclear questions; logical answers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 EXPECTED QUESTIONS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 the evaluator may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highlight>
                  <a:srgbClr val="FFFF00"/>
                </a:highlight>
                <a:latin typeface="Calibri" pitchFamily="34" charset="0"/>
                <a:cs typeface="Calibri" pitchFamily="34" charset="-120"/>
              </a:rPr>
              <a:t>This is just Example!!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731520" y="249631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DS represents the map? Why? How is a movable path checked — compare with BFS / DFS.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22402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0" name="Shape 8"/>
          <p:cNvSpPr/>
          <p:nvPr/>
        </p:nvSpPr>
        <p:spPr>
          <a:xfrm>
            <a:off x="6382512" y="249631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6656832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6832" y="2743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Stack a good fit for Undo? Do you store full state or only deltas — trade-offs?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4" name="Shape 12"/>
          <p:cNvSpPr/>
          <p:nvPr/>
        </p:nvSpPr>
        <p:spPr>
          <a:xfrm>
            <a:off x="731520" y="391363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Queue for turns? If characters have different speeds, is plain Queue enough — vs. Priority Queue.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36576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8" name="Shape 16"/>
          <p:cNvSpPr/>
          <p:nvPr/>
        </p:nvSpPr>
        <p:spPr>
          <a:xfrm>
            <a:off x="6382512" y="391363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6656832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Inventory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56832" y="4160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vs. Dict vs. Tree for the inventory? When does Tree win for search and sort?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2" name="Shape 20"/>
          <p:cNvSpPr/>
          <p:nvPr/>
        </p:nvSpPr>
        <p:spPr>
          <a:xfrm>
            <a:off x="731520" y="533095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3" name="Text 21"/>
          <p:cNvSpPr/>
          <p:nvPr/>
        </p:nvSpPr>
        <p:spPr>
          <a:xfrm>
            <a:off x="1005840" y="5212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5778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Enemy AI chase the player? BFS or A* — which fits better here, and why?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50749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6" name="Shape 24"/>
          <p:cNvSpPr/>
          <p:nvPr/>
        </p:nvSpPr>
        <p:spPr>
          <a:xfrm>
            <a:off x="6382512" y="5330952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7" name="Text 25"/>
          <p:cNvSpPr/>
          <p:nvPr/>
        </p:nvSpPr>
        <p:spPr>
          <a:xfrm>
            <a:off x="6656832" y="5212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56832" y="55778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scores sorted? If only top-10 matters, do you really need a full sort — compare Heap.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 ANSWER TEMPLATE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5-step answer beats a 1-step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teams answer in this order. Doing all five gets you the full "interview" points.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0" cy="3931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267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DS / algorithm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6151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used a Stack." One sentence — no ramble.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90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choice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4381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"Undo is LIFO, so a Stack matches the access pattern."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13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code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26110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lives in player.py, in the undo() method."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4754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736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 alternative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50840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Queue would be FIFO and would replay actions in the wrong order."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577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5559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complexity / limits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54480" y="5907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"Push and pop are O(1); memory grows with history length."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2286000"/>
            <a:ext cx="379476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7" name="Text 25"/>
          <p:cNvSpPr/>
          <p:nvPr/>
        </p:nvSpPr>
        <p:spPr>
          <a:xfrm>
            <a:off x="804672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27889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"Undo uses a Stack. Undo is LIFO, so it matches Stack's access pattern. It's in player.undo() — we push the state before each move and pop on undo. Queue would be FIFO and replay actions in the wrong order. Push / pop are O(1); memory grows with history length."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 CONCEPT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compare these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This is for Example!!!</a:t>
            </a:r>
            <a:endParaRPr lang="en-US" sz="15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9923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9359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8795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78231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10712" y="224028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7" name="Shape 15"/>
          <p:cNvSpPr/>
          <p:nvPr/>
        </p:nvSpPr>
        <p:spPr>
          <a:xfrm>
            <a:off x="3410712" y="224028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8" name="Text 16"/>
          <p:cNvSpPr/>
          <p:nvPr/>
        </p:nvSpPr>
        <p:spPr>
          <a:xfrm>
            <a:off x="3547872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93592" y="299923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0" name="Text 18"/>
          <p:cNvSpPr/>
          <p:nvPr/>
        </p:nvSpPr>
        <p:spPr>
          <a:xfrm>
            <a:off x="3822192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93592" y="359359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2" name="Text 20"/>
          <p:cNvSpPr/>
          <p:nvPr/>
        </p:nvSpPr>
        <p:spPr>
          <a:xfrm>
            <a:off x="3822192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93592" y="418795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4" name="Text 22"/>
          <p:cNvSpPr/>
          <p:nvPr/>
        </p:nvSpPr>
        <p:spPr>
          <a:xfrm>
            <a:off x="3822192" y="4069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(Priority Queue)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93592" y="478231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6" name="Text 24"/>
          <p:cNvSpPr/>
          <p:nvPr/>
        </p:nvSpPr>
        <p:spPr>
          <a:xfrm>
            <a:off x="3822192" y="4663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2784" y="224028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8" name="Shape 26"/>
          <p:cNvSpPr/>
          <p:nvPr/>
        </p:nvSpPr>
        <p:spPr>
          <a:xfrm>
            <a:off x="6272784" y="224028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9" name="Text 27"/>
          <p:cNvSpPr/>
          <p:nvPr/>
        </p:nvSpPr>
        <p:spPr>
          <a:xfrm>
            <a:off x="6409944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Pathfinding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1" name="Text 29"/>
          <p:cNvSpPr/>
          <p:nvPr/>
        </p:nvSpPr>
        <p:spPr>
          <a:xfrm>
            <a:off x="6684264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shortest in unweighted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55664" y="359359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3" name="Text 31"/>
          <p:cNvSpPr/>
          <p:nvPr/>
        </p:nvSpPr>
        <p:spPr>
          <a:xfrm>
            <a:off x="6684264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exhaustive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55664" y="418795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5" name="Text 33"/>
          <p:cNvSpPr/>
          <p:nvPr/>
        </p:nvSpPr>
        <p:spPr>
          <a:xfrm>
            <a:off x="6684264" y="4069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— heuristic-guided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55664" y="478231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7" name="Text 35"/>
          <p:cNvSpPr/>
          <p:nvPr/>
        </p:nvSpPr>
        <p:spPr>
          <a:xfrm>
            <a:off x="6684264" y="4663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weighted shortest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34856" y="224028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9" name="Shape 37"/>
          <p:cNvSpPr/>
          <p:nvPr/>
        </p:nvSpPr>
        <p:spPr>
          <a:xfrm>
            <a:off x="9134856" y="224028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0" name="Text 38"/>
          <p:cNvSpPr/>
          <p:nvPr/>
        </p:nvSpPr>
        <p:spPr>
          <a:xfrm>
            <a:off x="9272016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ranking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317736" y="299923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2" name="Text 40"/>
          <p:cNvSpPr/>
          <p:nvPr/>
        </p:nvSpPr>
        <p:spPr>
          <a:xfrm>
            <a:off x="9546336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full list — O(n log n)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17736" y="359359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4" name="Text 42"/>
          <p:cNvSpPr/>
          <p:nvPr/>
        </p:nvSpPr>
        <p:spPr>
          <a:xfrm>
            <a:off x="9546336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top-k — O(n log k)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17736" y="418795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6" name="Text 44"/>
          <p:cNvSpPr/>
          <p:nvPr/>
        </p:nvSpPr>
        <p:spPr>
          <a:xfrm>
            <a:off x="9546336" y="4069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/ Bubble — O(n²)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317736" y="478231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48" name="Text 46"/>
          <p:cNvSpPr/>
          <p:nvPr/>
        </p:nvSpPr>
        <p:spPr>
          <a:xfrm>
            <a:off x="9546336" y="4663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lookup — O(1) avg.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5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 — work through this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check your check-lists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game on the AI+X Studio computer (not just our laptops).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1005840" y="299923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runs from start to game-over without crashes.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1005840" y="371246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core features are present in the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7141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1005840" y="44256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name the DS / algorithm used for each feature.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8464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1005840" y="51389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compare each algorithm with at least one alternative.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6" name="Text 14"/>
          <p:cNvSpPr/>
          <p:nvPr/>
        </p:nvSpPr>
        <p:spPr>
          <a:xfrm>
            <a:off x="672084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state the time or space complexity of each.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0449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8" name="Text 16"/>
          <p:cNvSpPr/>
          <p:nvPr/>
        </p:nvSpPr>
        <p:spPr>
          <a:xfrm>
            <a:off x="6720840" y="299923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PPT matches what the code actually does.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75818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0" name="Text 18"/>
          <p:cNvSpPr/>
          <p:nvPr/>
        </p:nvSpPr>
        <p:spPr>
          <a:xfrm>
            <a:off x="6720840" y="371246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file and function name where each feature is implemented.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47141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22" name="Text 20"/>
          <p:cNvSpPr/>
          <p:nvPr/>
        </p:nvSpPr>
        <p:spPr>
          <a:xfrm>
            <a:off x="6720840" y="44256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has practiced answers to the 12 sample questions.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THINGS THAT MATTER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it. Defend it. Compare it.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31A47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10972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starts → plays → ends, on the AI+X Studio computer, every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31A47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484632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4754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DS and algorithm choice, name the reason out loud — not just "it worked".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31A47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859536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95360" y="4754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at least one alternative for each feature and the trade-off in time or space.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— show us not just what your game does, but why you built it that way.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1158</Words>
  <Application>Microsoft Macintosh PowerPoint</Application>
  <PresentationFormat>와이드스크린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DS&amp;A Team Project — Evaluation Guidance</dc:title>
  <dc:subject>PptxGenJS Presentation</dc:subject>
  <dc:creator>PptxGenJS</dc:creator>
  <cp:lastModifiedBy>서홍일</cp:lastModifiedBy>
  <cp:revision>12</cp:revision>
  <dcterms:created xsi:type="dcterms:W3CDTF">2026-05-29T02:14:41Z</dcterms:created>
  <dcterms:modified xsi:type="dcterms:W3CDTF">2026-06-02T09:39:19Z</dcterms:modified>
</cp:coreProperties>
</file>