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nMg36m58sM0k8Urq4JJrJVuA1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59f3272d2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c59f3272d2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c59f3272d2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59f3272d2_1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c59f3272d2_1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c59f3272d2_1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59f3272d2_1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c59f3272d2_1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c59f3272d2_1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59f3272d2_1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c59f3272d2_1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59f3272d2_1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59f3272d2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c59f3272d2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c59f3272d2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59f3272d2_1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c59f3272d2_1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c59f3272d2_1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59f3272d2_1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c59f3272d2_1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c59f3272d2_1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59f3272d2_1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c59f3272d2_1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59f3272d2_1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188720" y="457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Python DS&amp;A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1005840"/>
            <a:ext cx="8229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DS</a:t>
            </a:r>
            <a:r>
              <a:rPr b="1" i="0" lang="en-US" sz="40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1" lang="en-US" sz="4000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sz="4000">
              <a:solidFill>
                <a:srgbClr val="F5C5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[Team project]</a:t>
            </a:r>
            <a:endParaRPr b="1" sz="4000">
              <a:solidFill>
                <a:srgbClr val="F5C5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— Python DS&amp;A 프로젝트 설계 제안 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2E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8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8"/>
          <p:cNvSpPr/>
          <p:nvPr/>
        </p:nvSpPr>
        <p:spPr>
          <a:xfrm>
            <a:off x="365760" y="548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Python DS&amp;A</a:t>
            </a:r>
            <a:endParaRPr sz="1000">
              <a:solidFill>
                <a:srgbClr val="C8F0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🎮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DS&amp;A project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DS&amp;A 7 with algorithm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8"/>
          <p:cNvSpPr/>
          <p:nvPr/>
        </p:nvSpPr>
        <p:spPr>
          <a:xfrm>
            <a:off x="1316805" y="1050940"/>
            <a:ext cx="2084700" cy="182880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8"/>
          <p:cNvSpPr/>
          <p:nvPr/>
        </p:nvSpPr>
        <p:spPr>
          <a:xfrm>
            <a:off x="1316805" y="1050940"/>
            <a:ext cx="2084700" cy="549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1316805" y="1142380"/>
            <a:ext cx="208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8"/>
          <p:cNvSpPr/>
          <p:nvPr/>
        </p:nvSpPr>
        <p:spPr>
          <a:xfrm>
            <a:off x="1316805" y="1892188"/>
            <a:ext cx="208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Dungeon</a:t>
            </a:r>
            <a:r>
              <a:rPr b="0" i="1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8"/>
          <p:cNvSpPr/>
          <p:nvPr/>
        </p:nvSpPr>
        <p:spPr>
          <a:xfrm>
            <a:off x="3529653" y="1050940"/>
            <a:ext cx="2084700" cy="1828800"/>
          </a:xfrm>
          <a:prstGeom prst="rect">
            <a:avLst/>
          </a:prstGeom>
          <a:solidFill>
            <a:srgbClr val="6D2E46"/>
          </a:solidFill>
          <a:ln>
            <a:noFill/>
          </a:ln>
          <a:effectLst>
            <a:outerShdw blurRad="1016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8"/>
          <p:cNvSpPr/>
          <p:nvPr/>
        </p:nvSpPr>
        <p:spPr>
          <a:xfrm>
            <a:off x="3529653" y="1050940"/>
            <a:ext cx="2084700" cy="549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8"/>
          <p:cNvSpPr/>
          <p:nvPr/>
        </p:nvSpPr>
        <p:spPr>
          <a:xfrm>
            <a:off x="3529653" y="1142380"/>
            <a:ext cx="208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8"/>
          <p:cNvSpPr/>
          <p:nvPr/>
        </p:nvSpPr>
        <p:spPr>
          <a:xfrm>
            <a:off x="3529653" y="1892188"/>
            <a:ext cx="208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Undo </a:t>
            </a:r>
            <a:r>
              <a:rPr i="1"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5742501" y="1050940"/>
            <a:ext cx="2084700" cy="1828800"/>
          </a:xfrm>
          <a:prstGeom prst="rect">
            <a:avLst/>
          </a:prstGeom>
          <a:solidFill>
            <a:srgbClr val="3A6351"/>
          </a:solidFill>
          <a:ln>
            <a:noFill/>
          </a:ln>
          <a:effectLst>
            <a:outerShdw blurRad="1016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/>
          <p:nvPr/>
        </p:nvSpPr>
        <p:spPr>
          <a:xfrm>
            <a:off x="5742501" y="1050940"/>
            <a:ext cx="2084700" cy="549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5742501" y="1142380"/>
            <a:ext cx="208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5742501" y="1892188"/>
            <a:ext cx="208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Turn Management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1316674" y="3035569"/>
            <a:ext cx="2084700" cy="1828800"/>
          </a:xfrm>
          <a:prstGeom prst="rect">
            <a:avLst/>
          </a:prstGeom>
          <a:solidFill>
            <a:srgbClr val="5C40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1316674" y="3035569"/>
            <a:ext cx="2084700" cy="549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8"/>
          <p:cNvSpPr/>
          <p:nvPr/>
        </p:nvSpPr>
        <p:spPr>
          <a:xfrm>
            <a:off x="1316674" y="3127009"/>
            <a:ext cx="208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8"/>
          <p:cNvSpPr/>
          <p:nvPr/>
        </p:nvSpPr>
        <p:spPr>
          <a:xfrm>
            <a:off x="1316674" y="3876817"/>
            <a:ext cx="208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Item inventories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8"/>
          <p:cNvSpPr/>
          <p:nvPr/>
        </p:nvSpPr>
        <p:spPr>
          <a:xfrm>
            <a:off x="3529655" y="3026555"/>
            <a:ext cx="2084700" cy="1828800"/>
          </a:xfrm>
          <a:prstGeom prst="rect">
            <a:avLst/>
          </a:prstGeom>
          <a:solidFill>
            <a:srgbClr val="4A23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>
            <a:off x="3529655" y="3026555"/>
            <a:ext cx="2084700" cy="549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3529655" y="3117995"/>
            <a:ext cx="208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🔺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3529655" y="3867803"/>
            <a:ext cx="208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Enemy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5742501" y="3016900"/>
            <a:ext cx="2084700" cy="1828800"/>
          </a:xfrm>
          <a:prstGeom prst="rect">
            <a:avLst/>
          </a:prstGeom>
          <a:solidFill>
            <a:srgbClr val="3A4A1A"/>
          </a:solidFill>
          <a:ln>
            <a:noFill/>
          </a:ln>
          <a:effectLst>
            <a:outerShdw blurRad="1016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/>
          <p:nvPr/>
        </p:nvSpPr>
        <p:spPr>
          <a:xfrm>
            <a:off x="5742501" y="3016900"/>
            <a:ext cx="2084700" cy="549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/>
          <p:nvPr/>
        </p:nvSpPr>
        <p:spPr>
          <a:xfrm>
            <a:off x="5742501" y="3108340"/>
            <a:ext cx="208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5742501" y="3858148"/>
            <a:ext cx="208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Leaderboard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2E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9f3272d2_1_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8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c59f3272d2_1_10"/>
          <p:cNvSpPr/>
          <p:nvPr/>
        </p:nvSpPr>
        <p:spPr>
          <a:xfrm>
            <a:off x="365760" y="548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Python DS&amp;A</a:t>
            </a:r>
            <a:endParaRPr sz="1000">
              <a:solidFill>
                <a:srgbClr val="C8F0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c59f3272d2_1_10"/>
          <p:cNvSpPr/>
          <p:nvPr/>
        </p:nvSpPr>
        <p:spPr>
          <a:xfrm>
            <a:off x="36576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Dungeon Map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g3c59f3272d2_1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50" y="1036475"/>
            <a:ext cx="6223054" cy="392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2E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59f3272d2_1_4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8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c59f3272d2_1_45"/>
          <p:cNvSpPr/>
          <p:nvPr/>
        </p:nvSpPr>
        <p:spPr>
          <a:xfrm>
            <a:off x="365760" y="548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Python DS&amp;A</a:t>
            </a:r>
            <a:endParaRPr sz="1000">
              <a:solidFill>
                <a:srgbClr val="C8F0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c59f3272d2_1_45"/>
          <p:cNvSpPr/>
          <p:nvPr/>
        </p:nvSpPr>
        <p:spPr>
          <a:xfrm>
            <a:off x="36576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Undo System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g3c59f3272d2_1_45" title="Adobe Express - undo (2)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5713051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2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59f3272d2_1_6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8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c59f3272d2_1_66"/>
          <p:cNvSpPr/>
          <p:nvPr/>
        </p:nvSpPr>
        <p:spPr>
          <a:xfrm>
            <a:off x="365760" y="548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Python DS&amp;A</a:t>
            </a:r>
            <a:endParaRPr sz="1000">
              <a:solidFill>
                <a:srgbClr val="C8F0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c59f3272d2_1_66"/>
          <p:cNvSpPr/>
          <p:nvPr/>
        </p:nvSpPr>
        <p:spPr>
          <a:xfrm>
            <a:off x="36576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Turn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Management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g3c59f3272d2_1_66" title="Adobe Express - undo (1)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5713051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59f3272d2_1_7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8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c59f3272d2_1_73"/>
          <p:cNvSpPr/>
          <p:nvPr/>
        </p:nvSpPr>
        <p:spPr>
          <a:xfrm>
            <a:off x="365760" y="548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Python DS&amp;A</a:t>
            </a:r>
            <a:endParaRPr sz="1000">
              <a:solidFill>
                <a:srgbClr val="C8F0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c59f3272d2_1_73"/>
          <p:cNvSpPr/>
          <p:nvPr/>
        </p:nvSpPr>
        <p:spPr>
          <a:xfrm>
            <a:off x="36576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Item Inventories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g3c59f3272d2_1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6218507" cy="392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2E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59f3272d2_0_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8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c59f3272d2_0_8"/>
          <p:cNvSpPr/>
          <p:nvPr/>
        </p:nvSpPr>
        <p:spPr>
          <a:xfrm>
            <a:off x="365760" y="548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Python DS&amp;A</a:t>
            </a:r>
            <a:endParaRPr sz="1000">
              <a:solidFill>
                <a:srgbClr val="C8F0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c59f3272d2_0_8"/>
          <p:cNvSpPr/>
          <p:nvPr/>
        </p:nvSpPr>
        <p:spPr>
          <a:xfrm>
            <a:off x="36576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Item Inventories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g3c59f3272d2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52" y="1123125"/>
            <a:ext cx="5955301" cy="376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2E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59f3272d2_1_8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8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c59f3272d2_1_80"/>
          <p:cNvSpPr/>
          <p:nvPr/>
        </p:nvSpPr>
        <p:spPr>
          <a:xfrm>
            <a:off x="365760" y="548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Python DS&amp;A</a:t>
            </a:r>
            <a:endParaRPr sz="1000">
              <a:solidFill>
                <a:srgbClr val="C8F0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c59f3272d2_1_80"/>
          <p:cNvSpPr/>
          <p:nvPr/>
        </p:nvSpPr>
        <p:spPr>
          <a:xfrm>
            <a:off x="36576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Enemy AI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g3c59f3272d2_1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975" y="1056675"/>
            <a:ext cx="6218507" cy="392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2E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59f3272d2_1_9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8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c59f3272d2_1_94"/>
          <p:cNvSpPr/>
          <p:nvPr/>
        </p:nvSpPr>
        <p:spPr>
          <a:xfrm>
            <a:off x="365760" y="548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Python DS&amp;A</a:t>
            </a:r>
            <a:endParaRPr sz="1000">
              <a:solidFill>
                <a:srgbClr val="C8F0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c59f3272d2_1_94"/>
          <p:cNvSpPr/>
          <p:nvPr/>
        </p:nvSpPr>
        <p:spPr>
          <a:xfrm>
            <a:off x="36576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Leaderboard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g3c59f3272d2_1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6096983" cy="392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2E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59f3272d2_1_10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8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c59f3272d2_1_103"/>
          <p:cNvSpPr/>
          <p:nvPr/>
        </p:nvSpPr>
        <p:spPr>
          <a:xfrm>
            <a:off x="365760" y="5486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Python DS&amp;A</a:t>
            </a:r>
            <a:endParaRPr sz="1000">
              <a:solidFill>
                <a:srgbClr val="C8F0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c59f3272d2_1_103"/>
          <p:cNvSpPr/>
          <p:nvPr/>
        </p:nvSpPr>
        <p:spPr>
          <a:xfrm>
            <a:off x="457210" y="2548395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2026-03-09T06:27:17Z</dcterms:created>
  <dc:creator>PptxGenJS</dc:creator>
</cp:coreProperties>
</file>